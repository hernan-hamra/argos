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1080" y="-21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CB9A9-11D2-4631-989B-BCA9C0BAEEEB}" type="datetimeFigureOut">
              <a:rPr lang="es-AR" smtClean="0"/>
              <a:t>12/2/2026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14E4-AA78-4AEE-BC08-D023FECF7D7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32590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CB9A9-11D2-4631-989B-BCA9C0BAEEEB}" type="datetimeFigureOut">
              <a:rPr lang="es-AR" smtClean="0"/>
              <a:t>12/2/2026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14E4-AA78-4AEE-BC08-D023FECF7D7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53584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CB9A9-11D2-4631-989B-BCA9C0BAEEEB}" type="datetimeFigureOut">
              <a:rPr lang="es-AR" smtClean="0"/>
              <a:t>12/2/2026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14E4-AA78-4AEE-BC08-D023FECF7D7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84189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CB9A9-11D2-4631-989B-BCA9C0BAEEEB}" type="datetimeFigureOut">
              <a:rPr lang="es-AR" smtClean="0"/>
              <a:t>12/2/2026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14E4-AA78-4AEE-BC08-D023FECF7D7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68720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CB9A9-11D2-4631-989B-BCA9C0BAEEEB}" type="datetimeFigureOut">
              <a:rPr lang="es-AR" smtClean="0"/>
              <a:t>12/2/2026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14E4-AA78-4AEE-BC08-D023FECF7D7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15417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CB9A9-11D2-4631-989B-BCA9C0BAEEEB}" type="datetimeFigureOut">
              <a:rPr lang="es-AR" smtClean="0"/>
              <a:t>12/2/2026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14E4-AA78-4AEE-BC08-D023FECF7D7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80015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CB9A9-11D2-4631-989B-BCA9C0BAEEEB}" type="datetimeFigureOut">
              <a:rPr lang="es-AR" smtClean="0"/>
              <a:t>12/2/2026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14E4-AA78-4AEE-BC08-D023FECF7D7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52062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CB9A9-11D2-4631-989B-BCA9C0BAEEEB}" type="datetimeFigureOut">
              <a:rPr lang="es-AR" smtClean="0"/>
              <a:t>12/2/2026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14E4-AA78-4AEE-BC08-D023FECF7D7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36000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CB9A9-11D2-4631-989B-BCA9C0BAEEEB}" type="datetimeFigureOut">
              <a:rPr lang="es-AR" smtClean="0"/>
              <a:t>12/2/2026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14E4-AA78-4AEE-BC08-D023FECF7D7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22752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CB9A9-11D2-4631-989B-BCA9C0BAEEEB}" type="datetimeFigureOut">
              <a:rPr lang="es-AR" smtClean="0"/>
              <a:t>12/2/2026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14E4-AA78-4AEE-BC08-D023FECF7D7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71868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CB9A9-11D2-4631-989B-BCA9C0BAEEEB}" type="datetimeFigureOut">
              <a:rPr lang="es-AR" smtClean="0"/>
              <a:t>12/2/2026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14E4-AA78-4AEE-BC08-D023FECF7D7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3433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9CB9A9-11D2-4631-989B-BCA9C0BAEEEB}" type="datetimeFigureOut">
              <a:rPr lang="es-AR" smtClean="0"/>
              <a:t>12/2/2026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0914E4-AA78-4AEE-BC08-D023FECF7D7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84323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4EFBFDDA-5AA2-E870-9C06-C5A7F106B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68" y="98494"/>
            <a:ext cx="6428661" cy="9330867"/>
          </a:xfrm>
          <a:prstGeom prst="rect">
            <a:avLst/>
          </a:prstGeom>
        </p:spPr>
      </p:pic>
      <p:grpSp>
        <p:nvGrpSpPr>
          <p:cNvPr id="11" name="Grupo 10">
            <a:extLst>
              <a:ext uri="{FF2B5EF4-FFF2-40B4-BE49-F238E27FC236}">
                <a16:creationId xmlns:a16="http://schemas.microsoft.com/office/drawing/2014/main" id="{1CAE5CA3-4881-EC78-E0CB-2F9A81FF5D8B}"/>
              </a:ext>
            </a:extLst>
          </p:cNvPr>
          <p:cNvGrpSpPr/>
          <p:nvPr/>
        </p:nvGrpSpPr>
        <p:grpSpPr>
          <a:xfrm>
            <a:off x="1761058" y="3163167"/>
            <a:ext cx="3354437" cy="471976"/>
            <a:chOff x="-12695522" y="3538583"/>
            <a:chExt cx="4637241" cy="471976"/>
          </a:xfrm>
        </p:grpSpPr>
        <p:sp>
          <p:nvSpPr>
            <p:cNvPr id="3" name="CuadroTexto 2">
              <a:extLst>
                <a:ext uri="{FF2B5EF4-FFF2-40B4-BE49-F238E27FC236}">
                  <a16:creationId xmlns:a16="http://schemas.microsoft.com/office/drawing/2014/main" id="{D6CE7A63-37C5-34C0-FB0E-5ACE93B94B6E}"/>
                </a:ext>
              </a:extLst>
            </p:cNvPr>
            <p:cNvSpPr txBox="1"/>
            <p:nvPr/>
          </p:nvSpPr>
          <p:spPr>
            <a:xfrm>
              <a:off x="-11552331" y="3725445"/>
              <a:ext cx="3494050" cy="2851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419" sz="1200" b="1" u="sng" dirty="0"/>
                <a:t>Hernán</a:t>
              </a:r>
              <a:r>
                <a:rPr lang="es-419" sz="1200" b="1" dirty="0"/>
                <a:t> </a:t>
              </a:r>
              <a:r>
                <a:rPr lang="es-419" sz="1200" b="1" u="sng" dirty="0"/>
                <a:t>Federico Hamra , 23.505.172</a:t>
              </a:r>
              <a:endParaRPr lang="es-AR" sz="1400" b="1" dirty="0"/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E1EB16F5-DCF8-EC5F-73F7-81AC65231B1B}"/>
                </a:ext>
              </a:extLst>
            </p:cNvPr>
            <p:cNvSpPr txBox="1"/>
            <p:nvPr/>
          </p:nvSpPr>
          <p:spPr>
            <a:xfrm>
              <a:off x="-12695522" y="3538583"/>
              <a:ext cx="34290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419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Software </a:t>
              </a:r>
              <a:r>
                <a:rPr lang="es-419" sz="1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By</a:t>
              </a:r>
              <a:r>
                <a:rPr lang="es-419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s-419" sz="1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Design</a:t>
              </a:r>
              <a:r>
                <a:rPr lang="es-419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 S.A</a:t>
              </a:r>
              <a:endParaRPr lang="es-AR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0" name="Rectangle 3">
            <a:extLst>
              <a:ext uri="{FF2B5EF4-FFF2-40B4-BE49-F238E27FC236}">
                <a16:creationId xmlns:a16="http://schemas.microsoft.com/office/drawing/2014/main" id="{F90965C7-830C-CF36-B087-7D7C5C92D7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3807" y="3288482"/>
            <a:ext cx="324839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AR" altLang="es-A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s-AR" altLang="es-A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Rectangle 4">
            <a:extLst>
              <a:ext uri="{FF2B5EF4-FFF2-40B4-BE49-F238E27FC236}">
                <a16:creationId xmlns:a16="http://schemas.microsoft.com/office/drawing/2014/main" id="{BB5247DB-2E81-C29A-D2B3-73D74B64EE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3487347"/>
            <a:ext cx="248134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AR" altLang="es-A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s-AR" altLang="es-A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Rectangle 5">
            <a:extLst>
              <a:ext uri="{FF2B5EF4-FFF2-40B4-BE49-F238E27FC236}">
                <a16:creationId xmlns:a16="http://schemas.microsoft.com/office/drawing/2014/main" id="{DB1891D3-F5F5-A1A0-1B5E-E93B558C2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7011" y="3350028"/>
            <a:ext cx="685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AR" altLang="es-A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s-AR" altLang="es-A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FA12B16-CD38-76D1-23F3-8120418536D1}"/>
              </a:ext>
            </a:extLst>
          </p:cNvPr>
          <p:cNvSpPr txBox="1"/>
          <p:nvPr/>
        </p:nvSpPr>
        <p:spPr>
          <a:xfrm>
            <a:off x="3545169" y="3490916"/>
            <a:ext cx="25274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1200" b="1" u="sng" dirty="0"/>
              <a:t>Uspallata 2977 1°G CABA</a:t>
            </a:r>
            <a:endParaRPr lang="es-AR" sz="1400" b="1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6F4E7BA-31C8-3B21-A4DA-FCF63DDBEBA9}"/>
              </a:ext>
            </a:extLst>
          </p:cNvPr>
          <p:cNvSpPr txBox="1"/>
          <p:nvPr/>
        </p:nvSpPr>
        <p:spPr>
          <a:xfrm>
            <a:off x="1733371" y="3649072"/>
            <a:ext cx="291015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000" b="1" dirty="0"/>
              <a:t>administración@softwarebydesign.com.ar</a:t>
            </a:r>
            <a:endParaRPr lang="es-AR" sz="1200" b="1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3445480-7E99-2A98-197C-4A2B21A4BA84}"/>
              </a:ext>
            </a:extLst>
          </p:cNvPr>
          <p:cNvSpPr txBox="1"/>
          <p:nvPr/>
        </p:nvSpPr>
        <p:spPr>
          <a:xfrm>
            <a:off x="4894257" y="1564240"/>
            <a:ext cx="162846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000" b="1" dirty="0"/>
              <a:t>18 de febrero             26 </a:t>
            </a:r>
            <a:endParaRPr lang="es-AR" sz="1200" b="1" dirty="0"/>
          </a:p>
        </p:txBody>
      </p:sp>
    </p:spTree>
    <p:extLst>
      <p:ext uri="{BB962C8B-B14F-4D97-AF65-F5344CB8AC3E}">
        <p14:creationId xmlns:p14="http://schemas.microsoft.com/office/powerpoint/2010/main" val="5518632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BDE2D16-8953-F0A9-2AB8-2CB7F96FC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080" y="254129"/>
            <a:ext cx="6397487" cy="917009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3BF18D84-C79A-C8DC-C6D5-9AB30A11DD66}"/>
              </a:ext>
            </a:extLst>
          </p:cNvPr>
          <p:cNvSpPr txBox="1"/>
          <p:nvPr/>
        </p:nvSpPr>
        <p:spPr>
          <a:xfrm>
            <a:off x="813481" y="5104379"/>
            <a:ext cx="22859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1200" b="1" dirty="0"/>
              <a:t>Hernán Hamra- DNI:23.505.172 Apoderado</a:t>
            </a:r>
            <a:endParaRPr lang="es-AR" sz="1200" b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A868BCA-AEFB-C784-6524-23DC1810922E}"/>
              </a:ext>
            </a:extLst>
          </p:cNvPr>
          <p:cNvSpPr txBox="1"/>
          <p:nvPr/>
        </p:nvSpPr>
        <p:spPr>
          <a:xfrm>
            <a:off x="3758546" y="5104378"/>
            <a:ext cx="19615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1200" b="1" dirty="0"/>
              <a:t>Ing. Marcelo Ariel Hamra</a:t>
            </a:r>
          </a:p>
          <a:p>
            <a:r>
              <a:rPr lang="es-419" sz="1200" b="1" dirty="0"/>
              <a:t>DNI: 20.665.853</a:t>
            </a:r>
          </a:p>
        </p:txBody>
      </p:sp>
    </p:spTree>
    <p:extLst>
      <p:ext uri="{BB962C8B-B14F-4D97-AF65-F5344CB8AC3E}">
        <p14:creationId xmlns:p14="http://schemas.microsoft.com/office/powerpoint/2010/main" val="169770668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141</TotalTime>
  <Words>45</Words>
  <Application>Microsoft Office PowerPoint</Application>
  <PresentationFormat>A4 (210 x 297 mm)</PresentationFormat>
  <Paragraphs>11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hernan hamra</dc:creator>
  <cp:lastModifiedBy>hernan hamra</cp:lastModifiedBy>
  <cp:revision>13</cp:revision>
  <dcterms:created xsi:type="dcterms:W3CDTF">2025-10-23T16:07:35Z</dcterms:created>
  <dcterms:modified xsi:type="dcterms:W3CDTF">2026-02-13T01:11:43Z</dcterms:modified>
</cp:coreProperties>
</file>